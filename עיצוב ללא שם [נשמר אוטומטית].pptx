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22" autoAdjust="0"/>
  </p:normalViewPr>
  <p:slideViewPr>
    <p:cSldViewPr>
      <p:cViewPr varScale="1">
        <p:scale>
          <a:sx n="37" d="100"/>
          <a:sy n="37" d="100"/>
        </p:scale>
        <p:origin x="1080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41" y="145588"/>
            <a:ext cx="7319425" cy="780952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973" y="89070"/>
            <a:ext cx="7929507" cy="84877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" y="495300"/>
            <a:ext cx="8849042" cy="8720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311"/>
            <a:ext cx="9366255" cy="1059162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974" y="-554808"/>
            <a:ext cx="9284978" cy="11396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7243" y="731769"/>
            <a:ext cx="13337016" cy="9487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513" y="-133346"/>
            <a:ext cx="12344616" cy="11002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21707</TotalTime>
  <Words>0</Words>
  <Application>Microsoft Office PowerPoint</Application>
  <PresentationFormat>מותאם אישית</PresentationFormat>
  <Paragraphs>0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גאיה גור</dc:creator>
  <cp:lastModifiedBy>גאיה גור</cp:lastModifiedBy>
  <cp:revision>2</cp:revision>
  <dcterms:created xsi:type="dcterms:W3CDTF">2006-08-16T00:00:00Z</dcterms:created>
  <dcterms:modified xsi:type="dcterms:W3CDTF">2025-12-27T07:44:09Z</dcterms:modified>
  <dc:identifier>DAG7FnBqGRI</dc:identifier>
</cp:coreProperties>
</file>